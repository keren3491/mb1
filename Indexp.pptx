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noFill/>
          <a:ln w="31750"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66360" y="685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D3AA4A"/>
                </a:solidFill>
              </a:defRPr>
            </a:pPr>
            <a:r>
              <a:t>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SYNAGOGUE</a:t>
            </a:r>
            <a:br/>
            <a:r>
              <a:t>MESSAGE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15468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3AA4A"/>
                </a:solidFill>
              </a:defRPr>
            </a:pPr>
            <a:r>
              <a:t>A Beautiful Digital Information Center for Your Synagogue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EFF4FA"/>
                </a:solidFill>
              </a:defRPr>
            </a:pPr>
            <a:r>
              <a:t>CEE LTD • Emmanuel Hileah Innovations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537960"/>
            <a:ext cx="10881360" cy="1828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56539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F4FA"/>
                </a:solidFill>
              </a:defRPr>
            </a:pPr>
            <a:r>
              <a:t>CEE LTD • Emmanuel Hileah Innovations    |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1F2B"/>
                </a:solidFill>
              </a:defRPr>
            </a:pPr>
            <a:r>
              <a:t>Turn Any TV Into a Synagogue Information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978"/>
                </a:solidFill>
              </a:defRPr>
            </a:pPr>
            <a:r>
              <a:t>Clear, elegant, continuously updated information for members and visitors.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5391"/>
                </a:solidFill>
              </a:defRPr>
            </a:pPr>
            <a:r>
              <a:t>Prayer &amp; Jewish Life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Shacharit, Mincha &amp; Maariv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Zmanim and Shabbat times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Candle-lighting &amp; Havdalah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Parashat HaShavua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10512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5391"/>
                </a:solidFill>
              </a:defRPr>
            </a:pPr>
            <a:r>
              <a:t>Torah &amp; Community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Daf Yomi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Daily Torah lessons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Events and announcements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Shiurim and special programs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10512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5391"/>
                </a:solidFill>
              </a:defRPr>
            </a:pPr>
            <a:r>
              <a:t>Honor &amp; Remembrance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Yahrzeits and memorials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Digital candle memorial page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Donor recognition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Customized community messages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537960"/>
            <a:ext cx="10881360" cy="1828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6539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CEE LTD • Emmanuel Hileah Innovations    |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Designed for the Synagogue — Not a Generic 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389120"/>
          </a:xfrm>
          <a:prstGeom prst="roundRect">
            <a:avLst/>
          </a:prstGeom>
          <a:solidFill>
            <a:srgbClr val="102A4C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D3AA4A"/>
                </a:solidFill>
              </a:defRPr>
            </a:pPr>
            <a:r>
              <a:t>Beautiful Presentation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Full-screen TV display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Large readable text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Decorative Jewish-themed frames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Smooth page rotation and scrolling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Special visual pages for Shabbat and memorials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212080" cy="4389120"/>
          </a:xfrm>
          <a:prstGeom prst="roundRect">
            <a:avLst/>
          </a:prstGeom>
          <a:solidFill>
            <a:srgbClr val="102A4C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19072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D3AA4A"/>
                </a:solidFill>
              </a:defRPr>
            </a:pPr>
            <a:r>
              <a:t>Easy Administration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Update content without redesigning the board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Control prayer times and announcements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Edit memorial and lesson content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Adjust display behavior for the synagogue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Built for everyday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537960"/>
            <a:ext cx="10881360" cy="1828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56539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F4FA"/>
                </a:solidFill>
              </a:defRPr>
            </a:pPr>
            <a:r>
              <a:t>CEE LTD • Emmanuel Hileah Innovations    |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1F2B"/>
                </a:solidFill>
              </a:defRPr>
            </a:pPr>
            <a:r>
              <a:t>What Members See Every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978"/>
                </a:solidFill>
              </a:defRPr>
            </a:pPr>
            <a:r>
              <a:t>One screen can keep the congregation informed throughout the 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91B38"/>
                </a:solidFill>
              </a:defRPr>
            </a:pPr>
            <a:r>
              <a:t>Current Hebrew &amp; Gregorian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93592" y="16002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92024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91B38"/>
                </a:solidFill>
              </a:defRPr>
            </a:pPr>
            <a:r>
              <a:t>New York / Israel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9944" y="16002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4536" y="192024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91B38"/>
                </a:solidFill>
              </a:defRPr>
            </a:pPr>
            <a:r>
              <a:t>Today's prayer schedule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26296" y="16002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0888" y="192024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91B38"/>
                </a:solidFill>
              </a:defRPr>
            </a:pPr>
            <a:r>
              <a:t>Zmanim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84048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91B38"/>
                </a:solidFill>
              </a:defRPr>
            </a:pPr>
            <a:r>
              <a:t>Daf Yomi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3592" y="35204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384048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91B38"/>
                </a:solidFill>
              </a:defRPr>
            </a:pPr>
            <a:r>
              <a:t>Daily shiur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35204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384048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91B38"/>
                </a:solidFill>
              </a:defRPr>
            </a:pPr>
            <a:r>
              <a:t>Upcoming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26296" y="352044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384048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91B38"/>
                </a:solidFill>
              </a:defRPr>
            </a:pPr>
            <a:r>
              <a:t>Memorials &amp; dedications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37960"/>
            <a:ext cx="10881360" cy="1828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6539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CEE LTD • Emmanuel Hileah Innovations    |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Special Rotating Pages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389120"/>
          </a:xfrm>
          <a:prstGeom prst="roundRect">
            <a:avLst/>
          </a:prstGeom>
          <a:solidFill>
            <a:srgbClr val="102A4C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D3AA4A"/>
                </a:solidFill>
              </a:defRPr>
            </a:pPr>
            <a:r>
              <a:t>Daily Torah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Dedicated שיעור יומי page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Daf Yomi content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Readable scrolling text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Keeps learning visible throughout the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29000" cy="4389120"/>
          </a:xfrm>
          <a:prstGeom prst="roundRect">
            <a:avLst/>
          </a:prstGeom>
          <a:solidFill>
            <a:srgbClr val="102A4C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19072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D3AA4A"/>
                </a:solidFill>
              </a:defRPr>
            </a:pPr>
            <a:r>
              <a:t>Memorial Page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Digital memorial candles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Names displayed respectfully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Dedication text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Elegant standalone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429000" cy="4389120"/>
          </a:xfrm>
          <a:prstGeom prst="roundRect">
            <a:avLst/>
          </a:prstGeom>
          <a:solidFill>
            <a:srgbClr val="102A4C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719072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D3AA4A"/>
                </a:solidFill>
              </a:defRPr>
            </a:pPr>
            <a:r>
              <a:t>Visual Moments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Jerusalem imagery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Jewish historical scenes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White doves and tasteful transitions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Welcoming opening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537960"/>
            <a:ext cx="10881360" cy="1828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6539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F4FA"/>
                </a:solidFill>
              </a:defRPr>
            </a:pPr>
            <a:r>
              <a:t>CEE LTD • Emmanuel Hileah Innovations    |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1F2B"/>
                </a:solidFill>
              </a:defRPr>
            </a:pPr>
            <a:r>
              <a:t>Why Synagogues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978"/>
                </a:solidFill>
              </a:defRPr>
            </a:pPr>
            <a:r>
              <a:t>A modern board reduces clutter while making important information easier to see.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8920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4434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5391"/>
                </a:solidFill>
              </a:defRPr>
            </a:pPr>
            <a:r>
              <a:t>For the Congregation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Information is visible at a glance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Large TV-friendly design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Important times stay prominent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Community events receive more exposure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45920"/>
            <a:ext cx="48920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10512"/>
            <a:ext cx="4434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5391"/>
                </a:solidFill>
              </a:defRPr>
            </a:pPr>
            <a:r>
              <a:t>For Administration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One central place for announcements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Fast content updates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Less dependence on printed notices</a:t>
            </a:r>
          </a:p>
          <a:p>
            <a:pPr>
              <a:spcBef>
                <a:spcPts val="800"/>
              </a:spcBef>
              <a:defRPr sz="1300">
                <a:solidFill>
                  <a:srgbClr val="161F2B"/>
                </a:solidFill>
              </a:defRPr>
            </a:pPr>
            <a:r>
              <a:t>A consistent professional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37960"/>
            <a:ext cx="10881360" cy="1828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56539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CEE LTD • Emmanuel Hileah Innovations    |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Customized for Your Synagogue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498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200"/>
              </a:spcAft>
              <a:defRPr sz="2400" b="1">
                <a:solidFill>
                  <a:srgbClr val="D3AA4A"/>
                </a:solidFill>
              </a:defRPr>
            </a:pPr>
            <a:r>
              <a:t>Your synagogue. Your identity. Your information.</a:t>
            </a:r>
          </a:p>
          <a:p>
            <a:pPr algn="ctr">
              <a:spcAft>
                <a:spcPts val="2200"/>
              </a:spcAft>
              <a:defRPr sz="1800" b="0">
                <a:solidFill>
                  <a:srgbClr val="FFFFFF"/>
                </a:solidFill>
              </a:defRPr>
            </a:pPr>
            <a:r>
              <a:t>We can customize the board with your synagogue name, logo, prayer schedule, community announcements, donor information, memorials, lessons and preferred visual style.</a:t>
            </a:r>
          </a:p>
          <a:p>
            <a:pPr algn="ctr">
              <a:spcAft>
                <a:spcPts val="2200"/>
              </a:spcAft>
              <a:defRPr sz="1800" b="0">
                <a:solidFill>
                  <a:srgbClr val="FFFFFF"/>
                </a:solidFill>
              </a:defRPr>
            </a:pPr>
            <a:r>
              <a:t>The goal is a display that feels like part of your synagogue — not an off-the-shelf advertising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37960"/>
            <a:ext cx="10881360" cy="1828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6539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F4FA"/>
                </a:solidFill>
              </a:defRPr>
            </a:pPr>
            <a:r>
              <a:t>CEE LTD • Emmanuel Hileah Innovations    |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897880"/>
          </a:xfrm>
          <a:prstGeom prst="rect">
            <a:avLst/>
          </a:prstGeom>
          <a:noFill/>
          <a:ln w="25400">
            <a:solidFill>
              <a:srgbClr val="D3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Bring Your Synagogue Message Board to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96012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D3AA4A"/>
                </a:solidFill>
              </a:defRPr>
            </a:pPr>
            <a:r>
              <a:t>Request a Demonstration</a:t>
            </a:r>
          </a:p>
          <a:p>
            <a:pPr algn="ctr">
              <a:spcBef>
                <a:spcPts val="2000"/>
              </a:spcBef>
              <a:defRPr sz="2100" b="1">
                <a:solidFill>
                  <a:srgbClr val="FFFFFF"/>
                </a:solidFill>
              </a:defRPr>
            </a:pPr>
            <a:r>
              <a:t>CEE LTD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Emmanuel Hileah Innovations</a:t>
            </a:r>
          </a:p>
          <a:p>
            <a:pPr algn="ctr">
              <a:spcBef>
                <a:spcPts val="1500"/>
              </a:spcBef>
              <a:defRPr sz="2200" b="1">
                <a:solidFill>
                  <a:srgbClr val="FFFFFF"/>
                </a:solidFill>
              </a:defRPr>
            </a:pPr>
            <a:r>
              <a:t>+1 (516) 376-4118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37960"/>
            <a:ext cx="10881360" cy="18288"/>
          </a:xfrm>
          <a:prstGeom prst="rect">
            <a:avLst/>
          </a:prstGeom>
          <a:solidFill>
            <a:srgbClr val="D3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65392"/>
            <a:ext cx="10698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F4FA"/>
                </a:solidFill>
              </a:defRPr>
            </a:pPr>
            <a:r>
              <a:t>CEE LTD • Emmanuel Hileah Innovations    |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